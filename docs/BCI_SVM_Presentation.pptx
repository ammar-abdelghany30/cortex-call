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3108960" cy="3108960"/>
          </a:xfrm>
          <a:prstGeom prst="ellipse">
            <a:avLst/>
          </a:prstGeom>
          <a:solidFill>
            <a:srgbClr val="2E3D9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CLASSIFICATION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+ SVM Pipeline for Left- vs. Right-Hand EEG Decoding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DataFrame-first, sklearn-compatible pipeline: signal processing → EDA → Common Spatial Patterns → SVM → nested cross-validation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Awad_SVM.ipynb    ·    Dataset: eeg_hands_df.csv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notebook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364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6654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single-trial EEG as Left-Hand vs. Right-Hand motor imagery, from raw multichannel signal to a validated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27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8386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→ EDA → CSP feature extraction → SVM modeling → nested-CV evaluation — no deep learning, no deployment layer.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64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44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011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pandas DataFrames end-to-end — even per-trial signals — so sklearn's CV splitters can index trials directly.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eeg_hands_df.csv,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Fronto-central &amp; centro-parietal montage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0712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 Hz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0.00625 s time step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7830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72784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/ trial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seconds per trial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7830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4856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trials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355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Left Hand · 43 Right Hand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3 of 90 trials removed by a per-trial standard-deviation outlier filter (z ≥ 2.5); 0 trials rejected by the peak-to-peak artifact check.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stages, one long-format DataFrame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5646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5646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Outlier-trial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7378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6428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6428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18160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7210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7210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0.5–40 Hz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8942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7992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7992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Avg.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9724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8774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8774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05060" y="2377440"/>
            <a:ext cx="190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95560" y="237744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9556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Mu/Beta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8–30 Hz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filter skipped by design: </a:t>
            </a:r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PhysioNet-style dataset shows no dominant 50/60 Hz component in the 0.5–40 Hz band of interest, so a generic notch was omitted to avoid distorting the band without evidence of contamination.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trial-level DataFrame — one row per trial, with a `data` column whose cells are each a (time × channel) DataFrame.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classes, visible rhythm after filtering</a:t>
            </a:r>
            <a:endParaRPr lang="en-US" sz="3000" dirty="0"/>
          </a:p>
        </p:txBody>
      </p:sp>
      <p:pic>
        <p:nvPicPr>
          <p:cNvPr id="4" name="Image 0" descr="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3108960" cy="2724912"/>
          </a:xfrm>
          <a:prstGeom prst="rect">
            <a:avLst/>
          </a:prstGeom>
        </p:spPr>
      </p:pic>
      <p:pic>
        <p:nvPicPr>
          <p:cNvPr id="5" name="Image 1" descr="time_domain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600200"/>
            <a:ext cx="6949440" cy="41696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class counts (44 vs. 43) after cleaning. Right: raw vs. 8–30 Hz-filtered C3/C4 traces — filtering isolates the sensorimotor oscillation from broadband noise.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Mu/beta power hints at contralateral desynchronization</a:t>
            </a:r>
            <a:endParaRPr lang="en-US" sz="3000" dirty="0"/>
          </a:p>
        </p:txBody>
      </p:sp>
      <p:pic>
        <p:nvPicPr>
          <p:cNvPr id="4" name="Image 0" descr="ps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2194560"/>
          </a:xfrm>
          <a:prstGeom prst="rect">
            <a:avLst/>
          </a:prstGeom>
        </p:spPr>
      </p:pic>
      <p:pic>
        <p:nvPicPr>
          <p:cNvPr id="5" name="Image 1" descr="band_power_per_cha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349240" cy="34015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9776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PSDs (left) show mu (8–12 Hz) and beta (13–30 Hz) bands shaded for C3/C4. Per-channel band power (right) shows the largest Left- vs. Right-Hand differences near central electrodes — motivating a spatial filter (CSP) over any single channel.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FEATURE EXTRACTION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Spatial Patterns (CSP)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covariance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945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regularized, trace-normalized spatial covariance matrix across each class's trials.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90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eigendecomposition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290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spatial filters that maximize the variance ratio between the two classes.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25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log-variance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634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each trial through the filters; take the log-variance of each component as its feature.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735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641-sample × 21-channel trial collapses to a handful of highly discriminative numbers (csp_1 … csp_n) — implemented as a custom scikit-learn transformer, so it slots directly into a Pipeline.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CLASSIFIER &amp;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Pipeline, grid search, and nested cross-validation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3E5C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(RBF)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over: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csp__n_components: 4, 6, 8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svm__C: 0.1, 1, 10, 100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svm__gamma: scale, auto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svm__kernel: rbf, linear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5577840" cy="3108960"/>
          </a:xfrm>
          <a:prstGeom prst="roundRect">
            <a:avLst>
              <a:gd name="adj" fmla="val 2941"/>
            </a:avLst>
          </a:prstGeom>
          <a:solidFill>
            <a:srgbClr val="F7F8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5204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—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split gives an unbiased performance estimate.</a:t>
            </a:r>
            <a:pPr indent="0" marL="0">
              <a:buNone/>
            </a:pPr>
            <a:r>
              <a:rPr lang="en-US" sz="1300" b="1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—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stratified split (within each outer training fold) selects hyperparameters via GridSearchCV.</a:t>
            </a:r>
            <a:pPr indent="0" marL="0">
              <a:buNone/>
            </a:pPr>
            <a:r>
              <a:rPr lang="en-US" sz="1300" b="1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nested?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optimistic bias from tuning and evaluating on the same folds.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cross-validation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7278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3485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0.938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(full-data fit): n_components = 4, C = 0.1, gamma = scale, kernel = rbf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outer accuracy: 88.9%, 88.9%, 88.2%, 88.2%, 82.4%   —   mean 87.3% ± 2.5% (tight spread across folds = stable, not one lucky split)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are balanced across classes: Left Hand 0.87 / 0.89, Right Hand 0.88 / 0.86 — the model does not favor one hand over the other.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ROC curve</a:t>
            </a:r>
            <a:endParaRPr lang="en-US" sz="3000" dirty="0"/>
          </a:p>
        </p:txBody>
      </p:sp>
      <p:pic>
        <p:nvPicPr>
          <p:cNvPr id="4" name="Image 0" descr="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206240" cy="4206240"/>
          </a:xfrm>
          <a:prstGeom prst="rect">
            <a:avLst/>
          </a:prstGeom>
        </p:spPr>
      </p:pic>
      <p:pic>
        <p:nvPicPr>
          <p:cNvPr id="5" name="Image 1" descr="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420624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trained pipeline, pickled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98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csp_svm_model.pkl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77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full-data pipeline — fitted CSP transformer, StandardScaler, and SVC bundled together — is saved via pickle in the notebook's final cell.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593592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5204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one call: reload the pickle and call .predict() on new trial DataFrames — CSP filters and scaler statistics travel with it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370832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297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sanity check after saving reloads the file and confirms it reproduces predictions before the notebook finishes.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148072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5074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baked in: n_components=4, C=0.1, gamma=scale, kernel=rbf — the grid-search winner.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trials from a single subject/session — read results as proof-of-concept, not a clinically validated benchmark.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nested CV validates within-session generalization only, not across sessions or subjects.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scope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here is binary; more motor-imagery classes would need one-vs-rest CSP+SVM or a multiclass CSP variant.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Motor Imagery — CSP + SVM Pipeline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2026-08-31T21:59:18Z</dcterms:created>
  <dcterms:modified xsi:type="dcterms:W3CDTF">2026-08-31T21:59:18Z</dcterms:modified>
</cp:coreProperties>
</file>