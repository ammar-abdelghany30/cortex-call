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029200" cy="50292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389120"/>
            <a:ext cx="3291840" cy="329184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005840"/>
            <a:ext cx="1188720" cy="11887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rock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839" y="1136599"/>
            <a:ext cx="927202" cy="9272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37744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6-Day Sprint Plan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548640" y="32918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CortexCall — from raw EEG to a working demo, two people, six days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4572000"/>
            <a:ext cx="3566160" cy="1005840"/>
          </a:xfrm>
          <a:prstGeom prst="roundRect">
            <a:avLst>
              <a:gd name="adj" fmla="val 9091"/>
            </a:avLst>
          </a:prstGeom>
          <a:solidFill>
            <a:srgbClr val="1B3A66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4709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FE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1–2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48640" y="5074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6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297680" y="4572000"/>
            <a:ext cx="3566160" cy="1005840"/>
          </a:xfrm>
          <a:prstGeom prst="roundRect">
            <a:avLst>
              <a:gd name="adj" fmla="val 9091"/>
            </a:avLst>
          </a:prstGeom>
          <a:solidFill>
            <a:srgbClr val="1B3A66"/>
          </a:solidFill>
          <a:ln/>
        </p:spPr>
      </p:sp>
      <p:sp>
        <p:nvSpPr>
          <p:cNvPr id="12" name="Text 9"/>
          <p:cNvSpPr/>
          <p:nvPr/>
        </p:nvSpPr>
        <p:spPr>
          <a:xfrm>
            <a:off x="4297680" y="4709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FE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3–4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297680" y="5074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6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+ Modeling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046720" y="4572000"/>
            <a:ext cx="3566160" cy="1005840"/>
          </a:xfrm>
          <a:prstGeom prst="roundRect">
            <a:avLst>
              <a:gd name="adj" fmla="val 9091"/>
            </a:avLst>
          </a:prstGeom>
          <a:solidFill>
            <a:srgbClr val="1B3A66"/>
          </a:solidFill>
          <a:ln/>
        </p:spPr>
      </p:sp>
      <p:sp>
        <p:nvSpPr>
          <p:cNvPr id="15" name="Text 12"/>
          <p:cNvSpPr/>
          <p:nvPr/>
        </p:nvSpPr>
        <p:spPr>
          <a:xfrm>
            <a:off x="8046720" y="4709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FE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5–6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046720" y="5074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6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CortexCall — 6-Day Sprint Plan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Six Days at a Glance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people, parallel work every day, one short sync in between.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1737360" cy="2834640"/>
          </a:xfrm>
          <a:prstGeom prst="roundRect">
            <a:avLst>
              <a:gd name="adj" fmla="val 5263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828800"/>
            <a:ext cx="1737360" cy="502920"/>
          </a:xfrm>
          <a:prstGeom prst="roundRect">
            <a:avLst>
              <a:gd name="adj" fmla="val 18182"/>
            </a:avLst>
          </a:prstGeom>
          <a:solidFill>
            <a:srgbClr val="065A82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2075688"/>
            <a:ext cx="1737360" cy="25603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8288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05840" y="25146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9" name="Image 0" descr="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6249" y="2585009"/>
            <a:ext cx="499262" cy="49926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" y="32918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first look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2359152" y="1828800"/>
            <a:ext cx="1737360" cy="2834640"/>
          </a:xfrm>
          <a:prstGeom prst="roundRect">
            <a:avLst>
              <a:gd name="adj" fmla="val 5263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359152" y="1828800"/>
            <a:ext cx="1737360" cy="502920"/>
          </a:xfrm>
          <a:prstGeom prst="roundRect">
            <a:avLst>
              <a:gd name="adj" fmla="val 18182"/>
            </a:avLst>
          </a:prstGeom>
          <a:solidFill>
            <a:srgbClr val="065A82"/>
          </a:solidFill>
          <a:ln/>
        </p:spPr>
      </p:sp>
      <p:sp>
        <p:nvSpPr>
          <p:cNvPr id="13" name="Shape 10"/>
          <p:cNvSpPr/>
          <p:nvPr/>
        </p:nvSpPr>
        <p:spPr>
          <a:xfrm>
            <a:off x="2359152" y="2075688"/>
            <a:ext cx="1737360" cy="25603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4" name="Text 11"/>
          <p:cNvSpPr/>
          <p:nvPr/>
        </p:nvSpPr>
        <p:spPr>
          <a:xfrm>
            <a:off x="2359152" y="18288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2907792" y="25146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1" descr="flas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8201" y="2585009"/>
            <a:ext cx="499262" cy="49926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404872" y="32918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question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convergence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4261104" y="1828800"/>
            <a:ext cx="1737360" cy="2834640"/>
          </a:xfrm>
          <a:prstGeom prst="roundRect">
            <a:avLst>
              <a:gd name="adj" fmla="val 5263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261104" y="1828800"/>
            <a:ext cx="1737360" cy="502920"/>
          </a:xfrm>
          <a:prstGeom prst="roundRect">
            <a:avLst>
              <a:gd name="adj" fmla="val 18182"/>
            </a:avLst>
          </a:prstGeom>
          <a:solidFill>
            <a:srgbClr val="1C7293"/>
          </a:solidFill>
          <a:ln/>
        </p:spPr>
      </p:sp>
      <p:sp>
        <p:nvSpPr>
          <p:cNvPr id="20" name="Shape 16"/>
          <p:cNvSpPr/>
          <p:nvPr/>
        </p:nvSpPr>
        <p:spPr>
          <a:xfrm>
            <a:off x="4261104" y="2075688"/>
            <a:ext cx="1737360" cy="2560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1" name="Text 17"/>
          <p:cNvSpPr/>
          <p:nvPr/>
        </p:nvSpPr>
        <p:spPr>
          <a:xfrm>
            <a:off x="4261104" y="18288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4809744" y="25146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3" name="Image 2" descr="cog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0153" y="2585009"/>
            <a:ext cx="499262" cy="49926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306824" y="32918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baseline setup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6163056" y="1828800"/>
            <a:ext cx="1737360" cy="2834640"/>
          </a:xfrm>
          <a:prstGeom prst="roundRect">
            <a:avLst>
              <a:gd name="adj" fmla="val 5263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6163056" y="1828800"/>
            <a:ext cx="1737360" cy="502920"/>
          </a:xfrm>
          <a:prstGeom prst="roundRect">
            <a:avLst>
              <a:gd name="adj" fmla="val 18182"/>
            </a:avLst>
          </a:prstGeom>
          <a:solidFill>
            <a:srgbClr val="1C7293"/>
          </a:solidFill>
          <a:ln/>
        </p:spPr>
      </p:sp>
      <p:sp>
        <p:nvSpPr>
          <p:cNvPr id="27" name="Shape 22"/>
          <p:cNvSpPr/>
          <p:nvPr/>
        </p:nvSpPr>
        <p:spPr>
          <a:xfrm>
            <a:off x="6163056" y="2075688"/>
            <a:ext cx="1737360" cy="2560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8" name="Text 23"/>
          <p:cNvSpPr/>
          <p:nvPr/>
        </p:nvSpPr>
        <p:spPr>
          <a:xfrm>
            <a:off x="6163056" y="18288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300" dirty="0"/>
          </a:p>
        </p:txBody>
      </p:sp>
      <p:sp>
        <p:nvSpPr>
          <p:cNvPr id="29" name="Shape 24"/>
          <p:cNvSpPr/>
          <p:nvPr/>
        </p:nvSpPr>
        <p:spPr>
          <a:xfrm>
            <a:off x="6711696" y="25146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0" name="Image 3" descr="lay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2105" y="2585009"/>
            <a:ext cx="499262" cy="499262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6208776" y="32918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baseline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EEGNet</a:t>
            </a:r>
            <a:endParaRPr lang="en-US" sz="1150" dirty="0"/>
          </a:p>
        </p:txBody>
      </p:sp>
      <p:sp>
        <p:nvSpPr>
          <p:cNvPr id="32" name="Shape 26"/>
          <p:cNvSpPr/>
          <p:nvPr/>
        </p:nvSpPr>
        <p:spPr>
          <a:xfrm>
            <a:off x="8065008" y="1828800"/>
            <a:ext cx="1737360" cy="2834640"/>
          </a:xfrm>
          <a:prstGeom prst="roundRect">
            <a:avLst>
              <a:gd name="adj" fmla="val 5263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8065008" y="1828800"/>
            <a:ext cx="1737360" cy="502920"/>
          </a:xfrm>
          <a:prstGeom prst="roundRect">
            <a:avLst>
              <a:gd name="adj" fmla="val 18182"/>
            </a:avLst>
          </a:prstGeom>
          <a:solidFill>
            <a:srgbClr val="21295C"/>
          </a:solidFill>
          <a:ln/>
        </p:spPr>
      </p:sp>
      <p:sp>
        <p:nvSpPr>
          <p:cNvPr id="34" name="Shape 28"/>
          <p:cNvSpPr/>
          <p:nvPr/>
        </p:nvSpPr>
        <p:spPr>
          <a:xfrm>
            <a:off x="8065008" y="2075688"/>
            <a:ext cx="1737360" cy="256032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5" name="Text 29"/>
          <p:cNvSpPr/>
          <p:nvPr/>
        </p:nvSpPr>
        <p:spPr>
          <a:xfrm>
            <a:off x="8065008" y="18288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1300" dirty="0"/>
          </a:p>
        </p:txBody>
      </p:sp>
      <p:sp>
        <p:nvSpPr>
          <p:cNvPr id="36" name="Shape 30"/>
          <p:cNvSpPr/>
          <p:nvPr/>
        </p:nvSpPr>
        <p:spPr>
          <a:xfrm>
            <a:off x="8613648" y="2514600"/>
            <a:ext cx="640080" cy="64008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37" name="Image 4" descr="rocke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4057" y="2585009"/>
            <a:ext cx="499262" cy="499262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8110728" y="32918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</a:t>
            </a:r>
            <a:endParaRPr lang="en-US" sz="1150" dirty="0"/>
          </a:p>
        </p:txBody>
      </p:sp>
      <p:sp>
        <p:nvSpPr>
          <p:cNvPr id="39" name="Shape 32"/>
          <p:cNvSpPr/>
          <p:nvPr/>
        </p:nvSpPr>
        <p:spPr>
          <a:xfrm>
            <a:off x="9966960" y="1828800"/>
            <a:ext cx="1737360" cy="2834640"/>
          </a:xfrm>
          <a:prstGeom prst="roundRect">
            <a:avLst>
              <a:gd name="adj" fmla="val 5263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3"/>
          <p:cNvSpPr/>
          <p:nvPr/>
        </p:nvSpPr>
        <p:spPr>
          <a:xfrm>
            <a:off x="9966960" y="1828800"/>
            <a:ext cx="1737360" cy="502920"/>
          </a:xfrm>
          <a:prstGeom prst="roundRect">
            <a:avLst>
              <a:gd name="adj" fmla="val 18182"/>
            </a:avLst>
          </a:prstGeom>
          <a:solidFill>
            <a:srgbClr val="21295C"/>
          </a:solidFill>
          <a:ln/>
        </p:spPr>
      </p:sp>
      <p:sp>
        <p:nvSpPr>
          <p:cNvPr id="41" name="Shape 34"/>
          <p:cNvSpPr/>
          <p:nvPr/>
        </p:nvSpPr>
        <p:spPr>
          <a:xfrm>
            <a:off x="9966960" y="2075688"/>
            <a:ext cx="1737360" cy="256032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42" name="Text 35"/>
          <p:cNvSpPr/>
          <p:nvPr/>
        </p:nvSpPr>
        <p:spPr>
          <a:xfrm>
            <a:off x="9966960" y="18288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</a:t>
            </a:r>
            <a:endParaRPr lang="en-US" sz="1300" dirty="0"/>
          </a:p>
        </p:txBody>
      </p:sp>
      <p:sp>
        <p:nvSpPr>
          <p:cNvPr id="43" name="Shape 36"/>
          <p:cNvSpPr/>
          <p:nvPr/>
        </p:nvSpPr>
        <p:spPr>
          <a:xfrm>
            <a:off x="10515600" y="2514600"/>
            <a:ext cx="640080" cy="64008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44" name="Image 5" descr="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86009" y="2585009"/>
            <a:ext cx="499262" cy="499262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10012680" y="32918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 +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</a:t>
            </a:r>
            <a:endParaRPr lang="en-US" sz="1150" dirty="0"/>
          </a:p>
        </p:txBody>
      </p:sp>
      <p:sp>
        <p:nvSpPr>
          <p:cNvPr id="46" name="Shape 38"/>
          <p:cNvSpPr/>
          <p:nvPr/>
        </p:nvSpPr>
        <p:spPr>
          <a:xfrm>
            <a:off x="457200" y="5084064"/>
            <a:ext cx="274320" cy="20116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7" name="Text 39"/>
          <p:cNvSpPr/>
          <p:nvPr/>
        </p:nvSpPr>
        <p:spPr>
          <a:xfrm>
            <a:off x="822960" y="5029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200" dirty="0"/>
          </a:p>
        </p:txBody>
      </p:sp>
      <p:sp>
        <p:nvSpPr>
          <p:cNvPr id="48" name="Shape 40"/>
          <p:cNvSpPr/>
          <p:nvPr/>
        </p:nvSpPr>
        <p:spPr>
          <a:xfrm>
            <a:off x="4297680" y="5084064"/>
            <a:ext cx="274320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9" name="Text 41"/>
          <p:cNvSpPr/>
          <p:nvPr/>
        </p:nvSpPr>
        <p:spPr>
          <a:xfrm>
            <a:off x="4663440" y="5029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+ Modeling</a:t>
            </a:r>
            <a:endParaRPr lang="en-US" sz="1200" dirty="0"/>
          </a:p>
        </p:txBody>
      </p:sp>
      <p:sp>
        <p:nvSpPr>
          <p:cNvPr id="50" name="Shape 42"/>
          <p:cNvSpPr/>
          <p:nvPr/>
        </p:nvSpPr>
        <p:spPr>
          <a:xfrm>
            <a:off x="8138160" y="5084064"/>
            <a:ext cx="274320" cy="201168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51" name="Text 43"/>
          <p:cNvSpPr/>
          <p:nvPr/>
        </p:nvSpPr>
        <p:spPr>
          <a:xfrm>
            <a:off x="8503920" y="5029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52" name="Text 4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CortexCall — 6-Day Sprint Plan</a:t>
            </a:r>
            <a:endParaRPr lang="en-US" sz="900" dirty="0"/>
          </a:p>
        </p:txBody>
      </p:sp>
      <p:sp>
        <p:nvSpPr>
          <p:cNvPr id="53" name="Text 45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task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8416" y="542696"/>
            <a:ext cx="606247" cy="6062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3840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463040" y="65836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 + First Look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1463040" y="117043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Phase: EDA — both start immediately, no dependencies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02920" y="1920240"/>
            <a:ext cx="5486400" cy="2286000"/>
          </a:xfrm>
          <a:prstGeom prst="roundRect">
            <a:avLst>
              <a:gd name="adj" fmla="val 4000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02920" y="1920240"/>
            <a:ext cx="5486400" cy="45720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9" name="Shape 6"/>
          <p:cNvSpPr/>
          <p:nvPr/>
        </p:nvSpPr>
        <p:spPr>
          <a:xfrm>
            <a:off x="502920" y="2148840"/>
            <a:ext cx="5486400" cy="2286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19202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85800" y="245059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usability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85800" y="281635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Run loader, confirm aligned trial count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85800" y="31546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Check class balance (left vs right)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85800" y="349300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Check sampling rate &amp; length consistency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85800" y="383133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Scan for NaNs / missing values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172200" y="1920240"/>
            <a:ext cx="5486400" cy="2286000"/>
          </a:xfrm>
          <a:prstGeom prst="roundRect">
            <a:avLst>
              <a:gd name="adj" fmla="val 4000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172200" y="1920240"/>
            <a:ext cx="5486400" cy="45720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18" name="Shape 15"/>
          <p:cNvSpPr/>
          <p:nvPr/>
        </p:nvSpPr>
        <p:spPr>
          <a:xfrm>
            <a:off x="6172200" y="2148840"/>
            <a:ext cx="5486400" cy="2286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6"/>
          <p:cNvSpPr/>
          <p:nvPr/>
        </p:nvSpPr>
        <p:spPr>
          <a:xfrm>
            <a:off x="6355080" y="19202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2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355080" y="245059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+ frequency first pass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355080" y="281635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Plot raw signals: LEFT vs RIGHT on C3/C4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355080" y="31546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Start PSD code on a handful of trials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355080" y="349300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Just get the pipeline working, not full analysis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02920" y="42976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4F8"/>
          </a:solidFill>
          <a:ln/>
        </p:spPr>
      </p:sp>
      <p:sp>
        <p:nvSpPr>
          <p:cNvPr id="25" name="Text 22"/>
          <p:cNvSpPr/>
          <p:nvPr/>
        </p:nvSpPr>
        <p:spPr>
          <a:xfrm>
            <a:off x="777240" y="429768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End-of-day sync (10 min):  </a:t>
            </a:r>
            <a:pPr indent="0" marL="0">
              <a:buNone/>
            </a:pPr>
            <a:r>
              <a:rPr lang="en-US" sz="13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alarming? Broken files, no visible signal difference, major class imbalance?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CortexCall — 6-Day Sprint Plan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task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8416" y="542696"/>
            <a:ext cx="606247" cy="6062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3840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463040" y="65836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Real Question + Convergence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1463040" y="117043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Phase: EDA — the make-or-break check happens today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02920" y="1920240"/>
            <a:ext cx="5486400" cy="2286000"/>
          </a:xfrm>
          <a:prstGeom prst="roundRect">
            <a:avLst>
              <a:gd name="adj" fmla="val 4000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02920" y="1920240"/>
            <a:ext cx="5486400" cy="45720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9" name="Shape 6"/>
          <p:cNvSpPr/>
          <p:nvPr/>
        </p:nvSpPr>
        <p:spPr>
          <a:xfrm>
            <a:off x="502920" y="2148840"/>
            <a:ext cx="5486400" cy="2286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19202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85800" y="245059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 / outlier stats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85800" y="281635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Detect extreme-amplitude trials/channels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85800" y="31546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Quantify rejection % under a few thresholds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85800" y="349300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Propose a rejection rule with evidence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172200" y="1920240"/>
            <a:ext cx="5486400" cy="2286000"/>
          </a:xfrm>
          <a:prstGeom prst="roundRect">
            <a:avLst>
              <a:gd name="adj" fmla="val 4000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172200" y="1920240"/>
            <a:ext cx="5486400" cy="45720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17" name="Shape 14"/>
          <p:cNvSpPr/>
          <p:nvPr/>
        </p:nvSpPr>
        <p:spPr>
          <a:xfrm>
            <a:off x="6172200" y="2148840"/>
            <a:ext cx="5486400" cy="2286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8" name="Text 15"/>
          <p:cNvSpPr/>
          <p:nvPr/>
        </p:nvSpPr>
        <p:spPr>
          <a:xfrm>
            <a:off x="6355080" y="19202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2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355080" y="245059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PSD / ERD full analysis — critical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355080" y="281635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 LEFT vs RIGHT PSD comparison on C3/C4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355080" y="31546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Focus on 8–30 Hz — confirm or deny ERD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355080" y="349300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This answers: does this data actually work?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02920" y="4297680"/>
            <a:ext cx="11155680" cy="1051560"/>
          </a:xfrm>
          <a:prstGeom prst="roundRect">
            <a:avLst>
              <a:gd name="adj" fmla="val 8696"/>
            </a:avLst>
          </a:prstGeom>
          <a:solidFill>
            <a:srgbClr val="21295C"/>
          </a:solidFill>
          <a:ln/>
        </p:spPr>
      </p:sp>
      <p:sp>
        <p:nvSpPr>
          <p:cNvPr id="24" name="Text 21"/>
          <p:cNvSpPr/>
          <p:nvPr/>
        </p:nvSpPr>
        <p:spPr>
          <a:xfrm>
            <a:off x="777240" y="429768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FE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1–2 hours — both together:  </a:t>
            </a:r>
            <a:pPr indent="0" marL="0">
              <a:buNone/>
            </a:pPr>
            <a:r>
              <a:rPr lang="en-US" sz="1350" dirty="0">
                <a:solidFill>
                  <a:srgbClr val="E6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 findings into eda_summary.md, then lock config.py — filter band, epoch window, rejection threshold, random seed.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CortexCall — 6-Day Sprint Plan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task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8416" y="542696"/>
            <a:ext cx="606247" cy="6062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3840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463040" y="65836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 + Modeling Kickoff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1463040" y="117043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Phase: Preprocessing + Modeling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02920" y="1920240"/>
            <a:ext cx="5486400" cy="2286000"/>
          </a:xfrm>
          <a:prstGeom prst="roundRect">
            <a:avLst>
              <a:gd name="adj" fmla="val 4000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02920" y="1920240"/>
            <a:ext cx="5486400" cy="45720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9" name="Shape 6"/>
          <p:cNvSpPr/>
          <p:nvPr/>
        </p:nvSpPr>
        <p:spPr>
          <a:xfrm>
            <a:off x="502920" y="2148840"/>
            <a:ext cx="5486400" cy="2286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19202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85800" y="245059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pipeline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85800" y="281635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Build preprocessing.py using locked config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85800" y="31546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Filter, notch, reject, epoch, baseline-correct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85800" y="349300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Run across all trials → clean .npy/.pkl arrays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172200" y="1920240"/>
            <a:ext cx="5486400" cy="2286000"/>
          </a:xfrm>
          <a:prstGeom prst="roundRect">
            <a:avLst>
              <a:gd name="adj" fmla="val 4000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172200" y="1920240"/>
            <a:ext cx="5486400" cy="45720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17" name="Shape 14"/>
          <p:cNvSpPr/>
          <p:nvPr/>
        </p:nvSpPr>
        <p:spPr>
          <a:xfrm>
            <a:off x="6172200" y="2148840"/>
            <a:ext cx="5486400" cy="2286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8" name="Text 15"/>
          <p:cNvSpPr/>
          <p:nvPr/>
        </p:nvSpPr>
        <p:spPr>
          <a:xfrm>
            <a:off x="6355080" y="19202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2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355080" y="245059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 + SVM baseline (parallel)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355080" y="281635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Build CSP feature extraction on a small subset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355080" y="31546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Set up subject-aware (or trial-aware) CV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355080" y="349300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Code ready, not yet run on full clean data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02920" y="42976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4F8"/>
          </a:solidFill>
          <a:ln/>
        </p:spPr>
      </p:sp>
      <p:sp>
        <p:nvSpPr>
          <p:cNvPr id="24" name="Text 21"/>
          <p:cNvSpPr/>
          <p:nvPr/>
        </p:nvSpPr>
        <p:spPr>
          <a:xfrm>
            <a:off x="777240" y="429768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parallel works here:  </a:t>
            </a:r>
            <a:pPr indent="0" marL="0">
              <a:buNone/>
            </a:pPr>
            <a:r>
              <a:rPr lang="en-US" sz="13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2 doesn't need the full clean dataset to build and test their code — a small subset is enough to get it working.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CortexCall — 6-Day Sprint Plan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task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8416" y="542696"/>
            <a:ext cx="606247" cy="6062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3840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463040" y="65836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+ Deep Learning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1463040" y="117043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Phase: Preprocessing + Modeling — tightest day of the sprint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02920" y="1920240"/>
            <a:ext cx="5486400" cy="2286000"/>
          </a:xfrm>
          <a:prstGeom prst="roundRect">
            <a:avLst>
              <a:gd name="adj" fmla="val 4000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02920" y="1920240"/>
            <a:ext cx="5486400" cy="45720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9" name="Shape 6"/>
          <p:cNvSpPr/>
          <p:nvPr/>
        </p:nvSpPr>
        <p:spPr>
          <a:xfrm>
            <a:off x="502920" y="2148840"/>
            <a:ext cx="5486400" cy="2286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19202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85800" y="245059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baseline + start EEGNet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85800" y="281635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Plug CSP+SVM into the full clean dataset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85800" y="31546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Get real metrics: accuracy, F1, confusion matrix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85800" y="349300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Start EEGNet setup (data loaders, architecture)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172200" y="1920240"/>
            <a:ext cx="5486400" cy="2286000"/>
          </a:xfrm>
          <a:prstGeom prst="roundRect">
            <a:avLst>
              <a:gd name="adj" fmla="val 4000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172200" y="1920240"/>
            <a:ext cx="5486400" cy="45720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17" name="Shape 14"/>
          <p:cNvSpPr/>
          <p:nvPr/>
        </p:nvSpPr>
        <p:spPr>
          <a:xfrm>
            <a:off x="6172200" y="2148840"/>
            <a:ext cx="5486400" cy="2286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8" name="Text 15"/>
          <p:cNvSpPr/>
          <p:nvPr/>
        </p:nvSpPr>
        <p:spPr>
          <a:xfrm>
            <a:off x="6355080" y="19202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2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355080" y="245059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EEGNet training + comparison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355080" y="281635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Train EEGNet on clean epoched data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355080" y="31546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Build CSP+SVM vs EEGNet comparison table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355080" y="349300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Decide on the best model by end of day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02920" y="4297680"/>
            <a:ext cx="11155680" cy="914400"/>
          </a:xfrm>
          <a:prstGeom prst="roundRect">
            <a:avLst>
              <a:gd name="adj" fmla="val 10000"/>
            </a:avLst>
          </a:prstGeom>
          <a:solidFill>
            <a:srgbClr val="FFF7ED"/>
          </a:solidFill>
          <a:ln w="12700">
            <a:solidFill>
              <a:srgbClr val="FDE7C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31520" y="4443984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5" name="Image 1" descr="warn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841" y="4499305"/>
            <a:ext cx="392278" cy="392278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1417320" y="429768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5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flag:  </a:t>
            </a:r>
            <a:pPr indent="0" marL="0">
              <a:buNone/>
            </a:pPr>
            <a:r>
              <a:rPr lang="en-US" sz="1300" dirty="0">
                <a:solidFill>
                  <a:srgbClr val="7A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EEGNet training runs long, borrow hours from Day 5's buffer, or drop the optional CNN/LSTM tier — it's marked optional in the original plan.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CortexCall — 6-Day Sprint Plan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task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8416" y="542696"/>
            <a:ext cx="606247" cy="6062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3840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463040" y="65836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Build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1463040" y="117043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Phase: Deployment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02920" y="1920240"/>
            <a:ext cx="5486400" cy="2286000"/>
          </a:xfrm>
          <a:prstGeom prst="roundRect">
            <a:avLst>
              <a:gd name="adj" fmla="val 4000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02920" y="1920240"/>
            <a:ext cx="5486400" cy="45720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9" name="Shape 6"/>
          <p:cNvSpPr/>
          <p:nvPr/>
        </p:nvSpPr>
        <p:spPr>
          <a:xfrm>
            <a:off x="502920" y="2148840"/>
            <a:ext cx="5486400" cy="2286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19202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85800" y="245059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 skeleton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85800" y="281635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File upload UI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85800" y="31546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Calls preprocessing.py — identical to training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85800" y="349300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Loads best saved model, shows LEFT/RIGHT + confidence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85800" y="383133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 an “example trial” button for easy demos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172200" y="1920240"/>
            <a:ext cx="5486400" cy="2286000"/>
          </a:xfrm>
          <a:prstGeom prst="roundRect">
            <a:avLst>
              <a:gd name="adj" fmla="val 4000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172200" y="1920240"/>
            <a:ext cx="5486400" cy="45720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18" name="Shape 15"/>
          <p:cNvSpPr/>
          <p:nvPr/>
        </p:nvSpPr>
        <p:spPr>
          <a:xfrm>
            <a:off x="6172200" y="2148840"/>
            <a:ext cx="5486400" cy="2286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6"/>
          <p:cNvSpPr/>
          <p:nvPr/>
        </p:nvSpPr>
        <p:spPr>
          <a:xfrm>
            <a:off x="6355080" y="19202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2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355080" y="245059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packaging + testing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355080" y="281635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Save final model (joblib / torch.save)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355080" y="31546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Confirm preprocessing is identical, train vs inference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355080" y="349300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Run app end-to-end, test edge cases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CortexCall — 6-Day Sprint Plan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8416" y="542696"/>
            <a:ext cx="606247" cy="6062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3840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FE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463040" y="65836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Polish + Presentation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1463040" y="117043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Phase: Deployment wrap-up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02920" y="1920240"/>
            <a:ext cx="5486400" cy="1920240"/>
          </a:xfrm>
          <a:prstGeom prst="roundRect">
            <a:avLst>
              <a:gd name="adj" fmla="val 4762"/>
            </a:avLst>
          </a:prstGeom>
          <a:solidFill>
            <a:srgbClr val="1B3A66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20574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FE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85800" y="25146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Fix remaining app bugs, clean up UI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85800" y="289864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Update main README.md with final results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1920240"/>
            <a:ext cx="5486400" cy="1920240"/>
          </a:xfrm>
          <a:prstGeom prst="roundRect">
            <a:avLst>
              <a:gd name="adj" fmla="val 4762"/>
            </a:avLst>
          </a:prstGeom>
          <a:solidFill>
            <a:srgbClr val="1B3A66"/>
          </a:solidFill>
          <a:ln/>
        </p:spPr>
      </p:sp>
      <p:sp>
        <p:nvSpPr>
          <p:cNvPr id="12" name="Text 9"/>
          <p:cNvSpPr/>
          <p:nvPr/>
        </p:nvSpPr>
        <p:spPr>
          <a:xfrm>
            <a:off x="6355080" y="20574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FE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355080" y="25146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Write final report/summary (metrics, findings)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355080" y="289864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Prepare presentation slides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02920" y="4114800"/>
            <a:ext cx="11155680" cy="91440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</p:sp>
      <p:sp>
        <p:nvSpPr>
          <p:cNvPr id="16" name="Text 13"/>
          <p:cNvSpPr/>
          <p:nvPr/>
        </p:nvSpPr>
        <p:spPr>
          <a:xfrm>
            <a:off x="777240" y="41148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Both: final walkthrough together — rehearse the demo before presenting.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CortexCall — 6-Day Sprint Plan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2026-08-22T17:23:56Z</dcterms:created>
  <dcterms:modified xsi:type="dcterms:W3CDTF">2026-08-22T17:23:56Z</dcterms:modified>
</cp:coreProperties>
</file>