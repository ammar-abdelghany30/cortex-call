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754880" cy="475488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-640080"/>
            <a:ext cx="3108960" cy="3108960"/>
          </a:xfrm>
          <a:prstGeom prst="ellipse">
            <a:avLst/>
          </a:prstGeom>
          <a:solidFill>
            <a:srgbClr val="2E3D96"/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572000"/>
            <a:ext cx="3291840" cy="329184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23317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DATA PREPARATION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4320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EDF Data Loader: From Raw Recordings to a Trial-Level DataFrame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11480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raw PhysioNet .edf files with MNE, epochs left/right-hand motor trials, and exports the CSV used by the CSP+SVM classifier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Notebook: 1788215978066_edf_data_loader.ipynb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5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notebook does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737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1364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7099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066544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raw PhysioNet EDF recordings into a single tidy CSV of left/right-hand motor trials, ready for signal processing and modeling.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15468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154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64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31272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parts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483864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A: EDF → epoched, trial-level DataFrame using MNE. Part B: select the 21 sensorimotor channels the downstream model needs.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5720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4572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364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45445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4901184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eeg_hands_df.csv — the exact file the CSP+SVM classification notebook loads as its starting point.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EDF Data Loader — PhysioNet Motor Imagery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5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PhysioNet EEGBCI — subject S001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6 of subject S001's 14 recorded runs involve left/right-hand tasks. The notebook filters filenames for these before doing anything else.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521208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27432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E5C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R03 · R07 · R11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3832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(executed) movement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84048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physically moves the left or right fist on cue.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2423160"/>
            <a:ext cx="521208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92240" y="27432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E5C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R04 · R08 · R12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33832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Imagined movement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384048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imagines moving the left or right fist — no actual movement.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5321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event types are labeled T1 (“Left Hand”) / T2 (“Right Hand”) in the file annotations, and both are pooled together — the notebook does not separate real from imagined movement in the output.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EDF Data Loader — PhysioNet Motor Imagery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5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EDF → epoched trial DataFrame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691640" cy="1051560"/>
          </a:xfrm>
          <a:prstGeom prst="roundRect">
            <a:avLst>
              <a:gd name="adj" fmla="val 7826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103120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files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240280" y="2103120"/>
            <a:ext cx="182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423160" y="2103120"/>
            <a:ext cx="1691640" cy="1051560"/>
          </a:xfrm>
          <a:prstGeom prst="roundRect">
            <a:avLst>
              <a:gd name="adj" fmla="val 7826"/>
            </a:avLst>
          </a:prstGeom>
          <a:solidFill>
            <a:srgbClr val="3E5CD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423160" y="2103120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raw EDF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(MNE)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2103120"/>
            <a:ext cx="182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97680" y="2103120"/>
            <a:ext cx="1691640" cy="1051560"/>
          </a:xfrm>
          <a:prstGeom prst="roundRect">
            <a:avLst>
              <a:gd name="adj" fmla="val 7826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297680" y="2103120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events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T1/T2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989320" y="2103120"/>
            <a:ext cx="182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72200" y="2103120"/>
            <a:ext cx="1691640" cy="1051560"/>
          </a:xfrm>
          <a:prstGeom prst="roundRect">
            <a:avLst>
              <a:gd name="adj" fmla="val 7826"/>
            </a:avLst>
          </a:prstGeom>
          <a:solidFill>
            <a:srgbClr val="3E5CD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2103120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0–4 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863840" y="2103120"/>
            <a:ext cx="182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46720" y="2103120"/>
            <a:ext cx="1691640" cy="1051560"/>
          </a:xfrm>
          <a:prstGeom prst="roundRect">
            <a:avLst>
              <a:gd name="adj" fmla="val 7826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046720" y="2103120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DataFrame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trial_id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738360" y="2103120"/>
            <a:ext cx="182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921240" y="2103120"/>
            <a:ext cx="1691640" cy="1051560"/>
          </a:xfrm>
          <a:prstGeom prst="roundRect">
            <a:avLst>
              <a:gd name="adj" fmla="val 7826"/>
            </a:avLst>
          </a:prstGeom>
          <a:solidFill>
            <a:srgbClr val="3E5CD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921240" y="2103120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export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4360" y="3666744"/>
            <a:ext cx="128016" cy="128016"/>
          </a:xfrm>
          <a:prstGeom prst="ellipse">
            <a:avLst/>
          </a:prstGeom>
          <a:solidFill>
            <a:srgbClr val="3E5CD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14400" y="361188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→ labels — </a:t>
            </a:r>
            <a:pPr indent="0" marL="0">
              <a:buNone/>
            </a:pPr>
            <a:r>
              <a:rPr lang="en-US" sz="13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mne.events_from_annotations extracts markers; T1 → “Left Hand”, T2 → “Right Hand”. Files with neither are skipped.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94360" y="4379976"/>
            <a:ext cx="128016" cy="128016"/>
          </a:xfrm>
          <a:prstGeom prst="ellipse">
            <a:avLst/>
          </a:prstGeom>
          <a:solidFill>
            <a:srgbClr val="3E5CD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4400" y="4325112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Epoching — </a:t>
            </a:r>
            <a:pPr indent="0" marL="0">
              <a:buNone/>
            </a:pPr>
            <a:r>
              <a:rPr lang="en-US" sz="13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mne.Epochs cuts 0.0–4.0 s windows around each hand event, no baseline correction — that happens downstream.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94360" y="5093208"/>
            <a:ext cx="128016" cy="128016"/>
          </a:xfrm>
          <a:prstGeom prst="ellipse">
            <a:avLst/>
          </a:prstGeom>
          <a:solidFill>
            <a:srgbClr val="3E5CD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14400" y="5038344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trial_id — </a:t>
            </a:r>
            <a:pPr indent="0" marL="0">
              <a:buNone/>
            </a:pPr>
            <a:r>
              <a:rPr lang="en-US" sz="13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MNE numbers epochs from 0 within each file; the notebook remaps them to one running counter across all files, so every trial gets a unique ID.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EDF Data Loader — PhysioNet Motor Imagery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Narrowing to the sensorimotor montage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EDF recording includes many more electrodes than the model needs. Part B reloads the Part-A CSV and keeps only the metadata plus 21 fronto-central / centro-parietal channels covering the motor strip.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10424160" cy="1371600"/>
          </a:xfrm>
          <a:prstGeom prst="roundRect">
            <a:avLst>
              <a:gd name="adj" fmla="val 5333"/>
            </a:avLst>
          </a:prstGeom>
          <a:solidFill>
            <a:srgbClr val="27358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69748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Fc5.  Fc3.  Fc1.  Fcz.  Fc2.  Fc4.  Fc6.</a:t>
            </a:r>
            <a:endParaRPr lang="en-US" sz="15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C5..   C3..   C1..   Cz..   C2..   C4..   C6..</a:t>
            </a:r>
            <a:endParaRPr lang="en-US" sz="15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Cp5.  Cp3.  Cp1.  Cpz.  Cp2.  Cp4.  Cp6.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828800" y="457200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9AA6D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828800" y="45720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eeg_hands_dataset.csv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(all channels)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669280" y="457200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223760" y="457200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3E5CD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223760" y="45720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eeg_hands_df.csv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(21 ROI channels)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8064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eeg_hands_df.csv is the exact file the CSP+SVM classification notebook reads as input.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EDF Data Loader — PhysioNet Motor Imagery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5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pipeline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3291840"/>
        </p:xfrm>
        <a:graphic>
          <a:graphicData uri="http://schemas.openxmlformats.org/drawingml/2006/table">
            <a:tbl>
              <a:tblPr/>
              <a:tblGrid>
                <a:gridCol w="2377440"/>
                <a:gridCol w="3657600"/>
                <a:gridCol w="5029200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Locate &amp; filter files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S001 folder of .edf files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hand-run .edf files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+ epoch (MNE)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EDF signal, 6 runs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Per-file trial DataFrame, 0–4 s epochs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Concatenate + 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Per-file DataFrames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eeg_hands_dataset.csv (all channels)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ROI channel select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eeg_hands_dataset.csv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eeg_hands_df.csv (21 channels)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2120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CSV hand-off is the seam between the two notebooks: everything after this point (filtering, CAR, baseline correction, CSP, SVM) happens in the classification notebook.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EDF Data Loader — PhysioNet Motor Imagery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5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&amp; limitations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3017520"/>
          </a:xfrm>
          <a:prstGeom prst="roundRect">
            <a:avLst>
              <a:gd name="adj" fmla="val 3030"/>
            </a:avLst>
          </a:prstGeom>
          <a:solidFill>
            <a:srgbClr val="F7F8F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0312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889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subject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0040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S001's folder is processed. More subjects would need the same logic looped per subject, sharing the global trial_id counter.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520440" cy="3017520"/>
          </a:xfrm>
          <a:prstGeom prst="roundRect">
            <a:avLst>
              <a:gd name="adj" fmla="val 3030"/>
            </a:avLst>
          </a:prstGeom>
          <a:solidFill>
            <a:srgbClr val="F7F8FC"/>
          </a:solidFill>
          <a:ln/>
        </p:spPr>
      </p:sp>
      <p:sp>
        <p:nvSpPr>
          <p:cNvPr id="10" name="Shape 8"/>
          <p:cNvSpPr/>
          <p:nvPr/>
        </p:nvSpPr>
        <p:spPr>
          <a:xfrm>
            <a:off x="4617720" y="210312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1772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7889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paths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320040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Windows-style paths point at local Downloads folders — must be edited to run elsewhere (and this notebook needs MNE + the raw .edf files, neither present here).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1828800"/>
            <a:ext cx="3520440" cy="3017520"/>
          </a:xfrm>
          <a:prstGeom prst="roundRect">
            <a:avLst>
              <a:gd name="adj" fmla="val 3030"/>
            </a:avLst>
          </a:prstGeom>
          <a:solidFill>
            <a:srgbClr val="F7F8FC"/>
          </a:solidFill>
          <a:ln/>
        </p:spPr>
      </p:sp>
      <p:sp>
        <p:nvSpPr>
          <p:cNvPr id="15" name="Shape 13"/>
          <p:cNvSpPr/>
          <p:nvPr/>
        </p:nvSpPr>
        <p:spPr>
          <a:xfrm>
            <a:off x="8412480" y="210312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1248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27889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cleaning yet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320040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Filtering, re-referencing, baseline correction, and artifact rejection all happen later, in the modeling notebook.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EDF Data Loader — PhysioNet Motor Imagery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2026-08-31T22:42:55Z</dcterms:created>
  <dcterms:modified xsi:type="dcterms:W3CDTF">2026-08-31T22:42:55Z</dcterms:modified>
</cp:coreProperties>
</file>